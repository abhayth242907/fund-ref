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F488F-B908-44C1-AB03-E46FC3154E8A}" v="4" dt="2025-10-06T11:13:50.428"/>
    <p1510:client id="{F0D98FA5-ABC2-453A-8734-D6BC6940D286}" v="184" dt="2025-10-05T18:15:48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-834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DYA Avdhut" userId="7ab9baf7-b319-42be-879d-69e45e3daefd" providerId="ADAL" clId="{7ADF488F-B908-44C1-AB03-E46FC3154E8A}"/>
    <pc:docChg chg="undo custSel delSld modSld">
      <pc:chgData name="VAIDYA Avdhut" userId="7ab9baf7-b319-42be-879d-69e45e3daefd" providerId="ADAL" clId="{7ADF488F-B908-44C1-AB03-E46FC3154E8A}" dt="2025-10-06T11:14:08.258" v="82" actId="1076"/>
      <pc:docMkLst>
        <pc:docMk/>
      </pc:docMkLst>
      <pc:sldChg chg="del">
        <pc:chgData name="VAIDYA Avdhut" userId="7ab9baf7-b319-42be-879d-69e45e3daefd" providerId="ADAL" clId="{7ADF488F-B908-44C1-AB03-E46FC3154E8A}" dt="2025-10-06T06:38:16.354" v="0" actId="47"/>
        <pc:sldMkLst>
          <pc:docMk/>
          <pc:sldMk cId="343847154" sldId="256"/>
        </pc:sldMkLst>
      </pc:sldChg>
      <pc:sldChg chg="addSp delSp modSp mod">
        <pc:chgData name="VAIDYA Avdhut" userId="7ab9baf7-b319-42be-879d-69e45e3daefd" providerId="ADAL" clId="{7ADF488F-B908-44C1-AB03-E46FC3154E8A}" dt="2025-10-06T11:14:08.258" v="82" actId="1076"/>
        <pc:sldMkLst>
          <pc:docMk/>
          <pc:sldMk cId="123008035" sldId="257"/>
        </pc:sldMkLst>
        <pc:graphicFrameChg chg="mod modGraphic">
          <ac:chgData name="VAIDYA Avdhut" userId="7ab9baf7-b319-42be-879d-69e45e3daefd" providerId="ADAL" clId="{7ADF488F-B908-44C1-AB03-E46FC3154E8A}" dt="2025-10-06T11:14:08.258" v="82" actId="1076"/>
          <ac:graphicFrameMkLst>
            <pc:docMk/>
            <pc:sldMk cId="123008035" sldId="257"/>
            <ac:graphicFrameMk id="53" creationId="{C797E41C-E46A-D904-33C5-23098BCE2284}"/>
          </ac:graphicFrameMkLst>
        </pc:graphicFrameChg>
        <pc:graphicFrameChg chg="mod modGraphic">
          <ac:chgData name="VAIDYA Avdhut" userId="7ab9baf7-b319-42be-879d-69e45e3daefd" providerId="ADAL" clId="{7ADF488F-B908-44C1-AB03-E46FC3154E8A}" dt="2025-10-06T11:13:41.542" v="80" actId="20577"/>
          <ac:graphicFrameMkLst>
            <pc:docMk/>
            <pc:sldMk cId="123008035" sldId="257"/>
            <ac:graphicFrameMk id="58" creationId="{BE7D2323-CD0B-6177-27A1-DD56CA4B9F26}"/>
          </ac:graphicFrameMkLst>
        </pc:graphicFrameChg>
        <pc:cxnChg chg="add del mod">
          <ac:chgData name="VAIDYA Avdhut" userId="7ab9baf7-b319-42be-879d-69e45e3daefd" providerId="ADAL" clId="{7ADF488F-B908-44C1-AB03-E46FC3154E8A}" dt="2025-10-06T11:09:55.240" v="2" actId="478"/>
          <ac:cxnSpMkLst>
            <pc:docMk/>
            <pc:sldMk cId="123008035" sldId="257"/>
            <ac:cxnSpMk id="118" creationId="{A9909144-10C5-64EA-2774-36BFA1D12D15}"/>
          </ac:cxnSpMkLst>
        </pc:cxnChg>
      </pc:sldChg>
    </pc:docChg>
  </pc:docChgLst>
  <pc:docChgLst>
    <pc:chgData name="VAIDYA Avdhut" userId="7ab9baf7-b319-42be-879d-69e45e3daefd" providerId="ADAL" clId="{F0D98FA5-ABC2-453A-8734-D6BC6940D286}"/>
    <pc:docChg chg="undo redo custSel addSld modSld">
      <pc:chgData name="VAIDYA Avdhut" userId="7ab9baf7-b319-42be-879d-69e45e3daefd" providerId="ADAL" clId="{F0D98FA5-ABC2-453A-8734-D6BC6940D286}" dt="2025-10-06T05:50:08.626" v="1068" actId="6549"/>
      <pc:docMkLst>
        <pc:docMk/>
      </pc:docMkLst>
      <pc:sldChg chg="addSp modSp mod">
        <pc:chgData name="VAIDYA Avdhut" userId="7ab9baf7-b319-42be-879d-69e45e3daefd" providerId="ADAL" clId="{F0D98FA5-ABC2-453A-8734-D6BC6940D286}" dt="2025-10-01T09:28:40.602" v="22" actId="1036"/>
        <pc:sldMkLst>
          <pc:docMk/>
          <pc:sldMk cId="343847154" sldId="256"/>
        </pc:sldMkLst>
      </pc:sldChg>
      <pc:sldChg chg="addSp delSp modSp add mod">
        <pc:chgData name="VAIDYA Avdhut" userId="7ab9baf7-b319-42be-879d-69e45e3daefd" providerId="ADAL" clId="{F0D98FA5-ABC2-453A-8734-D6BC6940D286}" dt="2025-10-06T05:50:08.626" v="1068" actId="6549"/>
        <pc:sldMkLst>
          <pc:docMk/>
          <pc:sldMk cId="123008035" sldId="257"/>
        </pc:sldMkLst>
        <pc:spChg chg="add mod">
          <ac:chgData name="VAIDYA Avdhut" userId="7ab9baf7-b319-42be-879d-69e45e3daefd" providerId="ADAL" clId="{F0D98FA5-ABC2-453A-8734-D6BC6940D286}" dt="2025-10-05T18:02:29.953" v="817" actId="1036"/>
          <ac:spMkLst>
            <pc:docMk/>
            <pc:sldMk cId="123008035" sldId="257"/>
            <ac:spMk id="2" creationId="{576FA05B-76F6-7203-9EA3-1A050E82B5F2}"/>
          </ac:spMkLst>
        </pc:spChg>
        <pc:spChg chg="mod">
          <ac:chgData name="VAIDYA Avdhut" userId="7ab9baf7-b319-42be-879d-69e45e3daefd" providerId="ADAL" clId="{F0D98FA5-ABC2-453A-8734-D6BC6940D286}" dt="2025-10-05T18:01:08.281" v="782" actId="1076"/>
          <ac:spMkLst>
            <pc:docMk/>
            <pc:sldMk cId="123008035" sldId="257"/>
            <ac:spMk id="4" creationId="{D02C9F95-3C8A-6E88-01E4-A81B3E6350AA}"/>
          </ac:spMkLst>
        </pc:spChg>
        <pc:spChg chg="mod">
          <ac:chgData name="VAIDYA Avdhut" userId="7ab9baf7-b319-42be-879d-69e45e3daefd" providerId="ADAL" clId="{F0D98FA5-ABC2-453A-8734-D6BC6940D286}" dt="2025-10-05T18:01:41.251" v="788" actId="3064"/>
          <ac:spMkLst>
            <pc:docMk/>
            <pc:sldMk cId="123008035" sldId="257"/>
            <ac:spMk id="5" creationId="{26F3D11B-C5D8-D033-0B8D-75058B1A2495}"/>
          </ac:spMkLst>
        </pc:spChg>
        <pc:spChg chg="del">
          <ac:chgData name="VAIDYA Avdhut" userId="7ab9baf7-b319-42be-879d-69e45e3daefd" providerId="ADAL" clId="{F0D98FA5-ABC2-453A-8734-D6BC6940D286}" dt="2025-10-05T17:01:31.692" v="24" actId="478"/>
          <ac:spMkLst>
            <pc:docMk/>
            <pc:sldMk cId="123008035" sldId="257"/>
            <ac:spMk id="6" creationId="{E10E70FD-EFF4-6285-0589-9E01C32D9A35}"/>
          </ac:spMkLst>
        </pc:spChg>
        <pc:spChg chg="del">
          <ac:chgData name="VAIDYA Avdhut" userId="7ab9baf7-b319-42be-879d-69e45e3daefd" providerId="ADAL" clId="{F0D98FA5-ABC2-453A-8734-D6BC6940D286}" dt="2025-10-05T17:01:31.692" v="24" actId="478"/>
          <ac:spMkLst>
            <pc:docMk/>
            <pc:sldMk cId="123008035" sldId="257"/>
            <ac:spMk id="7" creationId="{6258A490-896F-2A44-47E5-200DB77ADCF0}"/>
          </ac:spMkLst>
        </pc:spChg>
        <pc:spChg chg="del">
          <ac:chgData name="VAIDYA Avdhut" userId="7ab9baf7-b319-42be-879d-69e45e3daefd" providerId="ADAL" clId="{F0D98FA5-ABC2-453A-8734-D6BC6940D286}" dt="2025-10-05T17:01:31.692" v="24" actId="478"/>
          <ac:spMkLst>
            <pc:docMk/>
            <pc:sldMk cId="123008035" sldId="257"/>
            <ac:spMk id="8" creationId="{DCE2011B-0AD8-CAF6-44C6-2CF6F7184E58}"/>
          </ac:spMkLst>
        </pc:spChg>
        <pc:spChg chg="add mod">
          <ac:chgData name="VAIDYA Avdhut" userId="7ab9baf7-b319-42be-879d-69e45e3daefd" providerId="ADAL" clId="{F0D98FA5-ABC2-453A-8734-D6BC6940D286}" dt="2025-10-05T18:01:21.150" v="785" actId="1076"/>
          <ac:spMkLst>
            <pc:docMk/>
            <pc:sldMk cId="123008035" sldId="257"/>
            <ac:spMk id="19" creationId="{CE614A86-1EEE-71F1-2957-C37D4249F19E}"/>
          </ac:spMkLst>
        </pc:spChg>
        <pc:spChg chg="del mod">
          <ac:chgData name="VAIDYA Avdhut" userId="7ab9baf7-b319-42be-879d-69e45e3daefd" providerId="ADAL" clId="{F0D98FA5-ABC2-453A-8734-D6BC6940D286}" dt="2025-10-05T17:58:30.376" v="750" actId="478"/>
          <ac:spMkLst>
            <pc:docMk/>
            <pc:sldMk cId="123008035" sldId="257"/>
            <ac:spMk id="39" creationId="{05AD7FB3-01B4-A6ED-D077-902ED3911856}"/>
          </ac:spMkLst>
        </pc:spChg>
        <pc:spChg chg="del">
          <ac:chgData name="VAIDYA Avdhut" userId="7ab9baf7-b319-42be-879d-69e45e3daefd" providerId="ADAL" clId="{F0D98FA5-ABC2-453A-8734-D6BC6940D286}" dt="2025-10-05T17:01:43.854" v="27" actId="478"/>
          <ac:spMkLst>
            <pc:docMk/>
            <pc:sldMk cId="123008035" sldId="257"/>
            <ac:spMk id="42" creationId="{175755B9-D6E4-6C40-807F-B87D244632B0}"/>
          </ac:spMkLst>
        </pc:spChg>
        <pc:spChg chg="del">
          <ac:chgData name="VAIDYA Avdhut" userId="7ab9baf7-b319-42be-879d-69e45e3daefd" providerId="ADAL" clId="{F0D98FA5-ABC2-453A-8734-D6BC6940D286}" dt="2025-10-05T17:01:43.854" v="27" actId="478"/>
          <ac:spMkLst>
            <pc:docMk/>
            <pc:sldMk cId="123008035" sldId="257"/>
            <ac:spMk id="43" creationId="{3B7C543A-D8BC-07EB-42CA-0B5384727F7E}"/>
          </ac:spMkLst>
        </pc:spChg>
        <pc:spChg chg="del">
          <ac:chgData name="VAIDYA Avdhut" userId="7ab9baf7-b319-42be-879d-69e45e3daefd" providerId="ADAL" clId="{F0D98FA5-ABC2-453A-8734-D6BC6940D286}" dt="2025-10-05T17:01:43.854" v="27" actId="478"/>
          <ac:spMkLst>
            <pc:docMk/>
            <pc:sldMk cId="123008035" sldId="257"/>
            <ac:spMk id="45" creationId="{778EEC60-87DA-2741-5E72-F273FBAE9F65}"/>
          </ac:spMkLst>
        </pc:spChg>
        <pc:spChg chg="mod">
          <ac:chgData name="VAIDYA Avdhut" userId="7ab9baf7-b319-42be-879d-69e45e3daefd" providerId="ADAL" clId="{F0D98FA5-ABC2-453A-8734-D6BC6940D286}" dt="2025-10-05T17:59:53.296" v="762" actId="14100"/>
          <ac:spMkLst>
            <pc:docMk/>
            <pc:sldMk cId="123008035" sldId="257"/>
            <ac:spMk id="47" creationId="{48E81C40-B0ED-D9A2-C465-55A9CB00D3C0}"/>
          </ac:spMkLst>
        </pc:spChg>
        <pc:spChg chg="del mod">
          <ac:chgData name="VAIDYA Avdhut" userId="7ab9baf7-b319-42be-879d-69e45e3daefd" providerId="ADAL" clId="{F0D98FA5-ABC2-453A-8734-D6BC6940D286}" dt="2025-10-05T17:58:27.913" v="749" actId="478"/>
          <ac:spMkLst>
            <pc:docMk/>
            <pc:sldMk cId="123008035" sldId="257"/>
            <ac:spMk id="51" creationId="{7EB92B06-89CA-396C-7DB5-654B07427944}"/>
          </ac:spMkLst>
        </pc:spChg>
        <pc:spChg chg="del">
          <ac:chgData name="VAIDYA Avdhut" userId="7ab9baf7-b319-42be-879d-69e45e3daefd" providerId="ADAL" clId="{F0D98FA5-ABC2-453A-8734-D6BC6940D286}" dt="2025-10-05T17:01:31.692" v="24" actId="478"/>
          <ac:spMkLst>
            <pc:docMk/>
            <pc:sldMk cId="123008035" sldId="257"/>
            <ac:spMk id="55" creationId="{21390F15-FF74-1592-ABBB-9BD9B2C8D7AB}"/>
          </ac:spMkLst>
        </pc:spChg>
        <pc:spChg chg="add del mod">
          <ac:chgData name="VAIDYA Avdhut" userId="7ab9baf7-b319-42be-879d-69e45e3daefd" providerId="ADAL" clId="{F0D98FA5-ABC2-453A-8734-D6BC6940D286}" dt="2025-10-05T18:02:32.312" v="819"/>
          <ac:spMkLst>
            <pc:docMk/>
            <pc:sldMk cId="123008035" sldId="257"/>
            <ac:spMk id="116" creationId="{E12B4E58-4E12-DA9F-4530-FF22A1C8A940}"/>
          </ac:spMkLst>
        </pc:spChg>
        <pc:spChg chg="add mod">
          <ac:chgData name="VAIDYA Avdhut" userId="7ab9baf7-b319-42be-879d-69e45e3daefd" providerId="ADAL" clId="{F0D98FA5-ABC2-453A-8734-D6BC6940D286}" dt="2025-10-05T18:06:17.212" v="977" actId="1036"/>
          <ac:spMkLst>
            <pc:docMk/>
            <pc:sldMk cId="123008035" sldId="257"/>
            <ac:spMk id="121" creationId="{35DD69AE-BA75-0D92-CDA0-2DAC10B31A50}"/>
          </ac:spMkLst>
        </pc:spChg>
        <pc:spChg chg="add mod">
          <ac:chgData name="VAIDYA Avdhut" userId="7ab9baf7-b319-42be-879d-69e45e3daefd" providerId="ADAL" clId="{F0D98FA5-ABC2-453A-8734-D6BC6940D286}" dt="2025-10-05T18:04:51.368" v="928" actId="1076"/>
          <ac:spMkLst>
            <pc:docMk/>
            <pc:sldMk cId="123008035" sldId="257"/>
            <ac:spMk id="122" creationId="{69C322B4-B649-7E9D-57B6-A466AA414CD7}"/>
          </ac:spMkLst>
        </pc:spChg>
        <pc:spChg chg="add mod">
          <ac:chgData name="VAIDYA Avdhut" userId="7ab9baf7-b319-42be-879d-69e45e3daefd" providerId="ADAL" clId="{F0D98FA5-ABC2-453A-8734-D6BC6940D286}" dt="2025-10-05T18:04:41.953" v="926" actId="688"/>
          <ac:spMkLst>
            <pc:docMk/>
            <pc:sldMk cId="123008035" sldId="257"/>
            <ac:spMk id="123" creationId="{7429EE01-F285-4BEA-37AE-A359393A71D9}"/>
          </ac:spMkLst>
        </pc:spChg>
        <pc:spChg chg="add mod">
          <ac:chgData name="VAIDYA Avdhut" userId="7ab9baf7-b319-42be-879d-69e45e3daefd" providerId="ADAL" clId="{F0D98FA5-ABC2-453A-8734-D6BC6940D286}" dt="2025-10-05T18:05:40.453" v="944" actId="1076"/>
          <ac:spMkLst>
            <pc:docMk/>
            <pc:sldMk cId="123008035" sldId="257"/>
            <ac:spMk id="124" creationId="{E3DB66CB-3062-3963-66E1-34A16CF78E06}"/>
          </ac:spMkLst>
        </pc:spChg>
        <pc:spChg chg="add mod">
          <ac:chgData name="VAIDYA Avdhut" userId="7ab9baf7-b319-42be-879d-69e45e3daefd" providerId="ADAL" clId="{F0D98FA5-ABC2-453A-8734-D6BC6940D286}" dt="2025-10-06T05:50:08.626" v="1068" actId="6549"/>
          <ac:spMkLst>
            <pc:docMk/>
            <pc:sldMk cId="123008035" sldId="257"/>
            <ac:spMk id="125" creationId="{21B0F5FA-1DCF-D649-8983-DCD9E0F01711}"/>
          </ac:spMkLst>
        </pc:spChg>
        <pc:spChg chg="add mod">
          <ac:chgData name="VAIDYA Avdhut" userId="7ab9baf7-b319-42be-879d-69e45e3daefd" providerId="ADAL" clId="{F0D98FA5-ABC2-453A-8734-D6BC6940D286}" dt="2025-10-05T18:06:46.972" v="1013" actId="20577"/>
          <ac:spMkLst>
            <pc:docMk/>
            <pc:sldMk cId="123008035" sldId="257"/>
            <ac:spMk id="126" creationId="{576FA453-5D87-B7B3-D7A8-0AACCD6686B8}"/>
          </ac:spMkLst>
        </pc:spChg>
        <pc:spChg chg="add mod">
          <ac:chgData name="VAIDYA Avdhut" userId="7ab9baf7-b319-42be-879d-69e45e3daefd" providerId="ADAL" clId="{F0D98FA5-ABC2-453A-8734-D6BC6940D286}" dt="2025-10-05T18:07:26.901" v="1031" actId="688"/>
          <ac:spMkLst>
            <pc:docMk/>
            <pc:sldMk cId="123008035" sldId="257"/>
            <ac:spMk id="127" creationId="{DE9D5B84-3C5A-B334-01A3-E803A85C7FDB}"/>
          </ac:spMkLst>
        </pc:spChg>
        <pc:spChg chg="add mod">
          <ac:chgData name="VAIDYA Avdhut" userId="7ab9baf7-b319-42be-879d-69e45e3daefd" providerId="ADAL" clId="{F0D98FA5-ABC2-453A-8734-D6BC6940D286}" dt="2025-10-05T18:08:21.859" v="1051" actId="20577"/>
          <ac:spMkLst>
            <pc:docMk/>
            <pc:sldMk cId="123008035" sldId="257"/>
            <ac:spMk id="128" creationId="{B84924B3-63E8-869B-9852-569C47696464}"/>
          </ac:spMkLst>
        </pc:spChg>
        <pc:graphicFrameChg chg="add mod modGraphic">
          <ac:chgData name="VAIDYA Avdhut" userId="7ab9baf7-b319-42be-879d-69e45e3daefd" providerId="ADAL" clId="{F0D98FA5-ABC2-453A-8734-D6BC6940D286}" dt="2025-10-05T18:02:29.953" v="817" actId="1036"/>
          <ac:graphicFrameMkLst>
            <pc:docMk/>
            <pc:sldMk cId="123008035" sldId="257"/>
            <ac:graphicFrameMk id="10" creationId="{4D20B07C-C6C5-0C0D-3D9B-D66E5F892B2B}"/>
          </ac:graphicFrameMkLst>
        </pc:graphicFrameChg>
        <pc:graphicFrameChg chg="add mod modGraphic">
          <ac:chgData name="VAIDYA Avdhut" userId="7ab9baf7-b319-42be-879d-69e45e3daefd" providerId="ADAL" clId="{F0D98FA5-ABC2-453A-8734-D6BC6940D286}" dt="2025-10-05T18:16:00.337" v="1060" actId="13926"/>
          <ac:graphicFrameMkLst>
            <pc:docMk/>
            <pc:sldMk cId="123008035" sldId="257"/>
            <ac:graphicFrameMk id="20" creationId="{AB2AD388-EC03-0AB7-F92F-92969291A023}"/>
          </ac:graphicFrameMkLst>
        </pc:graphicFrameChg>
        <pc:graphicFrameChg chg="mod modGraphic">
          <ac:chgData name="VAIDYA Avdhut" userId="7ab9baf7-b319-42be-879d-69e45e3daefd" providerId="ADAL" clId="{F0D98FA5-ABC2-453A-8734-D6BC6940D286}" dt="2025-10-05T18:01:02.536" v="781" actId="1076"/>
          <ac:graphicFrameMkLst>
            <pc:docMk/>
            <pc:sldMk cId="123008035" sldId="257"/>
            <ac:graphicFrameMk id="29" creationId="{544C5100-B88B-1F86-1205-4F2240D8A710}"/>
          </ac:graphicFrameMkLst>
        </pc:graphicFrameChg>
        <pc:graphicFrameChg chg="add del mod modGraphic">
          <ac:chgData name="VAIDYA Avdhut" userId="7ab9baf7-b319-42be-879d-69e45e3daefd" providerId="ADAL" clId="{F0D98FA5-ABC2-453A-8734-D6BC6940D286}" dt="2025-10-05T17:54:29.166" v="661" actId="478"/>
          <ac:graphicFrameMkLst>
            <pc:docMk/>
            <pc:sldMk cId="123008035" sldId="257"/>
            <ac:graphicFrameMk id="30" creationId="{D2D3AE0B-2714-52D4-7017-7028DE96764F}"/>
          </ac:graphicFrameMkLst>
        </pc:graphicFrameChg>
        <pc:graphicFrameChg chg="del">
          <ac:chgData name="VAIDYA Avdhut" userId="7ab9baf7-b319-42be-879d-69e45e3daefd" providerId="ADAL" clId="{F0D98FA5-ABC2-453A-8734-D6BC6940D286}" dt="2025-10-05T17:01:31.692" v="24" actId="478"/>
          <ac:graphicFrameMkLst>
            <pc:docMk/>
            <pc:sldMk cId="123008035" sldId="257"/>
            <ac:graphicFrameMk id="31" creationId="{669E4D88-4EBF-1BC7-E795-FBF4BAA33327}"/>
          </ac:graphicFrameMkLst>
        </pc:graphicFrameChg>
        <pc:graphicFrameChg chg="del">
          <ac:chgData name="VAIDYA Avdhut" userId="7ab9baf7-b319-42be-879d-69e45e3daefd" providerId="ADAL" clId="{F0D98FA5-ABC2-453A-8734-D6BC6940D286}" dt="2025-10-05T17:01:31.692" v="24" actId="478"/>
          <ac:graphicFrameMkLst>
            <pc:docMk/>
            <pc:sldMk cId="123008035" sldId="257"/>
            <ac:graphicFrameMk id="32" creationId="{21CE7580-9716-8677-5A57-A60C0DFC4B30}"/>
          </ac:graphicFrameMkLst>
        </pc:graphicFrameChg>
        <pc:graphicFrameChg chg="del">
          <ac:chgData name="VAIDYA Avdhut" userId="7ab9baf7-b319-42be-879d-69e45e3daefd" providerId="ADAL" clId="{F0D98FA5-ABC2-453A-8734-D6BC6940D286}" dt="2025-10-05T17:01:31.692" v="24" actId="478"/>
          <ac:graphicFrameMkLst>
            <pc:docMk/>
            <pc:sldMk cId="123008035" sldId="257"/>
            <ac:graphicFrameMk id="33" creationId="{E0EB6D28-964D-A3DF-3658-EEC7CDE756D4}"/>
          </ac:graphicFrameMkLst>
        </pc:graphicFrameChg>
        <pc:graphicFrameChg chg="mod modGraphic">
          <ac:chgData name="VAIDYA Avdhut" userId="7ab9baf7-b319-42be-879d-69e45e3daefd" providerId="ADAL" clId="{F0D98FA5-ABC2-453A-8734-D6BC6940D286}" dt="2025-10-05T18:16:17.471" v="1062" actId="1076"/>
          <ac:graphicFrameMkLst>
            <pc:docMk/>
            <pc:sldMk cId="123008035" sldId="257"/>
            <ac:graphicFrameMk id="53" creationId="{C797E41C-E46A-D904-33C5-23098BCE2284}"/>
          </ac:graphicFrameMkLst>
        </pc:graphicFrameChg>
        <pc:graphicFrameChg chg="add del mod">
          <ac:chgData name="VAIDYA Avdhut" userId="7ab9baf7-b319-42be-879d-69e45e3daefd" providerId="ADAL" clId="{F0D98FA5-ABC2-453A-8734-D6BC6940D286}" dt="2025-10-05T17:31:52.919" v="458" actId="478"/>
          <ac:graphicFrameMkLst>
            <pc:docMk/>
            <pc:sldMk cId="123008035" sldId="257"/>
            <ac:graphicFrameMk id="56" creationId="{2727C893-8E64-8B17-A921-0AED93378079}"/>
          </ac:graphicFrameMkLst>
        </pc:graphicFrameChg>
        <pc:graphicFrameChg chg="add mod modGraphic">
          <ac:chgData name="VAIDYA Avdhut" userId="7ab9baf7-b319-42be-879d-69e45e3daefd" providerId="ADAL" clId="{F0D98FA5-ABC2-453A-8734-D6BC6940D286}" dt="2025-10-05T17:32:34.889" v="471" actId="1076"/>
          <ac:graphicFrameMkLst>
            <pc:docMk/>
            <pc:sldMk cId="123008035" sldId="257"/>
            <ac:graphicFrameMk id="57" creationId="{F68970DC-1084-2A54-D629-23502B756BF6}"/>
          </ac:graphicFrameMkLst>
        </pc:graphicFrameChg>
        <pc:graphicFrameChg chg="add mod modGraphic">
          <ac:chgData name="VAIDYA Avdhut" userId="7ab9baf7-b319-42be-879d-69e45e3daefd" providerId="ADAL" clId="{F0D98FA5-ABC2-453A-8734-D6BC6940D286}" dt="2025-10-05T18:15:28.660" v="1054" actId="2165"/>
          <ac:graphicFrameMkLst>
            <pc:docMk/>
            <pc:sldMk cId="123008035" sldId="257"/>
            <ac:graphicFrameMk id="58" creationId="{BE7D2323-CD0B-6177-27A1-DD56CA4B9F26}"/>
          </ac:graphicFrameMkLst>
        </pc:graphicFrameChg>
        <pc:graphicFrameChg chg="del">
          <ac:chgData name="VAIDYA Avdhut" userId="7ab9baf7-b319-42be-879d-69e45e3daefd" providerId="ADAL" clId="{F0D98FA5-ABC2-453A-8734-D6BC6940D286}" dt="2025-10-05T17:01:34.786" v="25" actId="478"/>
          <ac:graphicFrameMkLst>
            <pc:docMk/>
            <pc:sldMk cId="123008035" sldId="257"/>
            <ac:graphicFrameMk id="70" creationId="{456079EB-3A19-5FBB-523E-915ECE5AFD3F}"/>
          </ac:graphicFrameMkLst>
        </pc:graphicFrameChg>
        <pc:cxnChg chg="del mod">
          <ac:chgData name="VAIDYA Avdhut" userId="7ab9baf7-b319-42be-879d-69e45e3daefd" providerId="ADAL" clId="{F0D98FA5-ABC2-453A-8734-D6BC6940D286}" dt="2025-10-05T17:01:39.353" v="26" actId="478"/>
          <ac:cxnSpMkLst>
            <pc:docMk/>
            <pc:sldMk cId="123008035" sldId="257"/>
            <ac:cxnSpMk id="11" creationId="{A33429E5-BBE3-EB42-E290-8D3A58CBC79D}"/>
          </ac:cxnSpMkLst>
        </pc:cxnChg>
        <pc:cxnChg chg="add mod">
          <ac:chgData name="VAIDYA Avdhut" userId="7ab9baf7-b319-42be-879d-69e45e3daefd" providerId="ADAL" clId="{F0D98FA5-ABC2-453A-8734-D6BC6940D286}" dt="2025-10-05T18:02:29.953" v="817" actId="1036"/>
          <ac:cxnSpMkLst>
            <pc:docMk/>
            <pc:sldMk cId="123008035" sldId="257"/>
            <ac:cxnSpMk id="12" creationId="{0DC283C4-9404-EE09-1403-08B922687D83}"/>
          </ac:cxnSpMkLst>
        </pc:cxnChg>
        <pc:cxnChg chg="del mod">
          <ac:chgData name="VAIDYA Avdhut" userId="7ab9baf7-b319-42be-879d-69e45e3daefd" providerId="ADAL" clId="{F0D98FA5-ABC2-453A-8734-D6BC6940D286}" dt="2025-10-05T17:01:39.353" v="26" actId="478"/>
          <ac:cxnSpMkLst>
            <pc:docMk/>
            <pc:sldMk cId="123008035" sldId="257"/>
            <ac:cxnSpMk id="15" creationId="{13F34113-7258-5035-9FD0-1B1F7F2ED580}"/>
          </ac:cxnSpMkLst>
        </pc:cxnChg>
        <pc:cxnChg chg="add mod">
          <ac:chgData name="VAIDYA Avdhut" userId="7ab9baf7-b319-42be-879d-69e45e3daefd" providerId="ADAL" clId="{F0D98FA5-ABC2-453A-8734-D6BC6940D286}" dt="2025-10-05T18:02:29.953" v="817" actId="1036"/>
          <ac:cxnSpMkLst>
            <pc:docMk/>
            <pc:sldMk cId="123008035" sldId="257"/>
            <ac:cxnSpMk id="16" creationId="{86B7AC32-D6D4-AE09-691F-B33194A959A3}"/>
          </ac:cxnSpMkLst>
        </pc:cxnChg>
        <pc:cxnChg chg="del mod">
          <ac:chgData name="VAIDYA Avdhut" userId="7ab9baf7-b319-42be-879d-69e45e3daefd" providerId="ADAL" clId="{F0D98FA5-ABC2-453A-8734-D6BC6940D286}" dt="2025-10-05T17:01:39.353" v="26" actId="478"/>
          <ac:cxnSpMkLst>
            <pc:docMk/>
            <pc:sldMk cId="123008035" sldId="257"/>
            <ac:cxnSpMk id="21" creationId="{4BA735A8-FD0F-6631-4707-C0430CA12E43}"/>
          </ac:cxnSpMkLst>
        </pc:cxnChg>
        <pc:cxnChg chg="add mod">
          <ac:chgData name="VAIDYA Avdhut" userId="7ab9baf7-b319-42be-879d-69e45e3daefd" providerId="ADAL" clId="{F0D98FA5-ABC2-453A-8734-D6BC6940D286}" dt="2025-10-05T18:01:57.701" v="791" actId="14100"/>
          <ac:cxnSpMkLst>
            <pc:docMk/>
            <pc:sldMk cId="123008035" sldId="257"/>
            <ac:cxnSpMk id="22" creationId="{EBF31998-AA18-22CF-352F-CA5230920747}"/>
          </ac:cxnSpMkLst>
        </pc:cxnChg>
        <pc:cxnChg chg="mod">
          <ac:chgData name="VAIDYA Avdhut" userId="7ab9baf7-b319-42be-879d-69e45e3daefd" providerId="ADAL" clId="{F0D98FA5-ABC2-453A-8734-D6BC6940D286}" dt="2025-10-05T18:02:29.953" v="817" actId="1036"/>
          <ac:cxnSpMkLst>
            <pc:docMk/>
            <pc:sldMk cId="123008035" sldId="257"/>
            <ac:cxnSpMk id="25" creationId="{74CD3B81-ED03-266A-5552-63B13C265318}"/>
          </ac:cxnSpMkLst>
        </pc:cxnChg>
        <pc:cxnChg chg="add mod">
          <ac:chgData name="VAIDYA Avdhut" userId="7ab9baf7-b319-42be-879d-69e45e3daefd" providerId="ADAL" clId="{F0D98FA5-ABC2-453A-8734-D6BC6940D286}" dt="2025-10-05T18:01:21.150" v="785" actId="1076"/>
          <ac:cxnSpMkLst>
            <pc:docMk/>
            <pc:sldMk cId="123008035" sldId="257"/>
            <ac:cxnSpMk id="27" creationId="{744DD796-08FE-B524-88FE-30366196F5D9}"/>
          </ac:cxnSpMkLst>
        </pc:cxnChg>
        <pc:cxnChg chg="mod">
          <ac:chgData name="VAIDYA Avdhut" userId="7ab9baf7-b319-42be-879d-69e45e3daefd" providerId="ADAL" clId="{F0D98FA5-ABC2-453A-8734-D6BC6940D286}" dt="2025-10-05T18:01:48.411" v="789" actId="14100"/>
          <ac:cxnSpMkLst>
            <pc:docMk/>
            <pc:sldMk cId="123008035" sldId="257"/>
            <ac:cxnSpMk id="48" creationId="{464B1B8F-181E-9107-C10E-1C68572C6A18}"/>
          </ac:cxnSpMkLst>
        </pc:cxnChg>
        <pc:cxnChg chg="del">
          <ac:chgData name="VAIDYA Avdhut" userId="7ab9baf7-b319-42be-879d-69e45e3daefd" providerId="ADAL" clId="{F0D98FA5-ABC2-453A-8734-D6BC6940D286}" dt="2025-10-05T17:01:34.786" v="25" actId="478"/>
          <ac:cxnSpMkLst>
            <pc:docMk/>
            <pc:sldMk cId="123008035" sldId="257"/>
            <ac:cxnSpMk id="59" creationId="{6486BEC1-71E4-83DD-FC10-44315E2F128A}"/>
          </ac:cxnSpMkLst>
        </pc:cxnChg>
        <pc:cxnChg chg="del mod">
          <ac:chgData name="VAIDYA Avdhut" userId="7ab9baf7-b319-42be-879d-69e45e3daefd" providerId="ADAL" clId="{F0D98FA5-ABC2-453A-8734-D6BC6940D286}" dt="2025-10-05T17:01:34.786" v="25" actId="478"/>
          <ac:cxnSpMkLst>
            <pc:docMk/>
            <pc:sldMk cId="123008035" sldId="257"/>
            <ac:cxnSpMk id="64" creationId="{A4D77648-8135-24F4-B9A2-D258CE710221}"/>
          </ac:cxnSpMkLst>
        </pc:cxnChg>
        <pc:cxnChg chg="del">
          <ac:chgData name="VAIDYA Avdhut" userId="7ab9baf7-b319-42be-879d-69e45e3daefd" providerId="ADAL" clId="{F0D98FA5-ABC2-453A-8734-D6BC6940D286}" dt="2025-10-05T17:01:34.786" v="25" actId="478"/>
          <ac:cxnSpMkLst>
            <pc:docMk/>
            <pc:sldMk cId="123008035" sldId="257"/>
            <ac:cxnSpMk id="69" creationId="{BD30BED3-AEB3-A0E4-A8B8-507091A68DC4}"/>
          </ac:cxnSpMkLst>
        </pc:cxnChg>
        <pc:cxnChg chg="del mod">
          <ac:chgData name="VAIDYA Avdhut" userId="7ab9baf7-b319-42be-879d-69e45e3daefd" providerId="ADAL" clId="{F0D98FA5-ABC2-453A-8734-D6BC6940D286}" dt="2025-10-05T17:01:31.692" v="24" actId="478"/>
          <ac:cxnSpMkLst>
            <pc:docMk/>
            <pc:sldMk cId="123008035" sldId="257"/>
            <ac:cxnSpMk id="71" creationId="{CACF5DA3-4180-1E19-EB30-0BE451309C7B}"/>
          </ac:cxnSpMkLst>
        </pc:cxnChg>
        <pc:cxnChg chg="add mod">
          <ac:chgData name="VAIDYA Avdhut" userId="7ab9baf7-b319-42be-879d-69e45e3daefd" providerId="ADAL" clId="{F0D98FA5-ABC2-453A-8734-D6BC6940D286}" dt="2025-10-05T18:01:08.281" v="782" actId="1076"/>
          <ac:cxnSpMkLst>
            <pc:docMk/>
            <pc:sldMk cId="123008035" sldId="257"/>
            <ac:cxnSpMk id="73" creationId="{D8A4968E-7BFC-708E-4B90-1C8EAFA9F95B}"/>
          </ac:cxnSpMkLst>
        </pc:cxnChg>
        <pc:cxnChg chg="add mod">
          <ac:chgData name="VAIDYA Avdhut" userId="7ab9baf7-b319-42be-879d-69e45e3daefd" providerId="ADAL" clId="{F0D98FA5-ABC2-453A-8734-D6BC6940D286}" dt="2025-10-05T18:02:42.832" v="822" actId="14100"/>
          <ac:cxnSpMkLst>
            <pc:docMk/>
            <pc:sldMk cId="123008035" sldId="257"/>
            <ac:cxnSpMk id="118" creationId="{A9909144-10C5-64EA-2774-36BFA1D12D1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E89E-8C99-E429-1EA8-3399AB1A4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33143-73A2-4C41-4A70-E9DEE30E4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6E400-F29E-5161-755D-262DB9B66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5853E-E73F-13EC-7F3C-B1358EA2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7A276-3715-8D1D-BA72-1F0171BB3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9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3F50-61CE-4196-38B2-74FBA2612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71909-3DD4-03C9-FF95-38BA9F6C2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D25BD-0F10-03C9-B845-34A3902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D480D-56A5-74D7-BB84-AFEB88C4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A2766-ACEF-B768-CEE6-3C3793EA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82B59-4BBE-10B7-D306-93C69CDB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3D3F2-6E9C-638F-29DA-1C2D14F4E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773D2-655C-A5D4-E178-A87CF992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9C6F6-DA3B-6AC9-771C-B464A40F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795ED-10C1-9AE1-F124-D3C8A1EB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2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E0C9-1D37-2118-D721-38AFB411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B1885-0FFE-0D04-8FF1-CCF8C97C7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D2DED-61CD-6EFA-AA4E-45F4B526A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3A520-2EE3-FE26-E3F2-501B135E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8AD32-7B8E-18CD-FE92-F22B36D0C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0191E-7675-CA83-7093-48B8EA51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0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5844-034B-AD92-333A-D970E96E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78C1A-F5B9-24EC-93D5-8CC05D2FB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AAF5-7BA7-2DF6-0782-DF93DAD27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8B751-294C-566F-7EA1-C143ABC94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E82DA-CE30-E2D4-5DE5-F874B0E89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C8CC05-8F50-F5E5-28DD-9986263F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1193C1-152A-2F59-2DCE-63D1D67B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F51A81-8498-CD17-E819-30AB27768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1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022E-E8DF-92E9-EAD7-CF4BA256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8B3AB-C6E2-68CE-A2AA-553A0ACB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74A04-4CFA-73BE-8F49-954D2F38A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85EF0-B327-C8ED-1913-B80ABBE0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60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0A272-7A07-6C6D-CC58-879BE779C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03182-10AF-1394-722B-0D1271914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EAF16-4F48-C32F-3A43-9F02920A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30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7D356-1BBE-345F-E5D2-D9C35EA08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7F9F1-C5E2-0ABF-418C-E02BFFE46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0FD42-CCB8-A1F5-ED0A-B09F90C49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28AF0-CC3B-EAA6-2E5C-304B47D15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CE21E-239C-7CF6-AA36-B99F8AC0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0324C-A750-05D5-37B3-0DC5E4C0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5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B93DB-FAE1-1AF5-6A4C-75E3D4D8D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A3593-AB26-EB90-312A-8FF9FB0E9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61502-6C64-F8AF-E88F-48001F65F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A1005-2700-CC6B-4F67-B95FFC35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56F30-6918-FCB4-F715-33B1F8FDF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E8E50-9348-5685-C9F4-93F91136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5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BEF27-0F7A-084D-02B6-110B8EC9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94826-33A6-4FBC-6515-9385D99F0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B5746-537E-79EC-3505-BB300AD0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1163D-666C-1A16-63EF-F6675384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F9607-48CF-B1D1-D069-8C272BDD2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9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87603B-7FEE-3154-5F9A-C8DAF2445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AC021-1E2F-D483-8765-44C99DAE7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671D1-ED3E-E8EA-F480-864C5A05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F11E1-B1CD-78E9-B6C8-92C70016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7B13D-95F4-905C-0A8C-1B0C5CD9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6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AF344-603E-3810-788C-9AD16909B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A8216-2011-1E01-385D-179A4B1C7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CE30A-939E-F0AE-6BFF-14D2C3938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CD439-9268-4953-AA56-08BDB500267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13E-EB32-6102-1C91-7646120AD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62B0F-E562-FDBE-4F83-19F194036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D5510-A300-440F-9F9C-6C9BAC90C0B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1687E7-6A07-0267-A7CC-8C94F09520F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963275" y="6642100"/>
            <a:ext cx="11938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78D7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: Internal</a:t>
            </a:r>
          </a:p>
        </p:txBody>
      </p:sp>
    </p:spTree>
    <p:extLst>
      <p:ext uri="{BB962C8B-B14F-4D97-AF65-F5344CB8AC3E}">
        <p14:creationId xmlns:p14="http://schemas.microsoft.com/office/powerpoint/2010/main" val="4158180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0F9B-8427-F1B9-E18C-48BDD1C0A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02C9F95-3C8A-6E88-01E4-A81B3E6350AA}"/>
              </a:ext>
            </a:extLst>
          </p:cNvPr>
          <p:cNvSpPr/>
          <p:nvPr/>
        </p:nvSpPr>
        <p:spPr>
          <a:xfrm>
            <a:off x="5218898" y="3775474"/>
            <a:ext cx="723900" cy="7239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Fund Entity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F3D11B-C5D8-D033-0B8D-75058B1A2495}"/>
              </a:ext>
            </a:extLst>
          </p:cNvPr>
          <p:cNvSpPr/>
          <p:nvPr/>
        </p:nvSpPr>
        <p:spPr>
          <a:xfrm>
            <a:off x="2946701" y="2128485"/>
            <a:ext cx="723900" cy="7239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/>
              <a:t>Management Entity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4CD3B81-ED03-266A-5552-63B13C265318}"/>
              </a:ext>
            </a:extLst>
          </p:cNvPr>
          <p:cNvCxnSpPr>
            <a:cxnSpLocks/>
            <a:stCxn id="2" idx="2"/>
            <a:endCxn id="5" idx="7"/>
          </p:cNvCxnSpPr>
          <p:nvPr/>
        </p:nvCxnSpPr>
        <p:spPr>
          <a:xfrm flipH="1">
            <a:off x="3564588" y="1709385"/>
            <a:ext cx="1654310" cy="525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44C5100-B88B-1F86-1205-4F2240D8A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357158"/>
              </p:ext>
            </p:extLst>
          </p:nvPr>
        </p:nvGraphicFramePr>
        <p:xfrm>
          <a:off x="949478" y="2688152"/>
          <a:ext cx="2207606" cy="152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1194">
                  <a:extLst>
                    <a:ext uri="{9D8B030D-6E8A-4147-A177-3AD203B41FA5}">
                      <a16:colId xmlns:a16="http://schemas.microsoft.com/office/drawing/2014/main" val="2634881520"/>
                    </a:ext>
                  </a:extLst>
                </a:gridCol>
                <a:gridCol w="1416412">
                  <a:extLst>
                    <a:ext uri="{9D8B030D-6E8A-4147-A177-3AD203B41FA5}">
                      <a16:colId xmlns:a16="http://schemas.microsoft.com/office/drawing/2014/main" val="4118490954"/>
                    </a:ext>
                  </a:extLst>
                </a:gridCol>
              </a:tblGrid>
              <a:tr h="84455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/>
                        <a:t>Attributes</a:t>
                      </a:r>
                    </a:p>
                  </a:txBody>
                  <a:tcPr marL="0" marR="0" marT="0" marB="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/>
                        <a:t>Description</a:t>
                      </a:r>
                    </a:p>
                  </a:txBody>
                  <a:tcPr marL="0" marR="0" marT="0" marB="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506574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MGMT_ID </a:t>
                      </a: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Unique identifier for the management entity</a:t>
                      </a: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730420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LE_ID </a:t>
                      </a: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Legal entity identifier associated with the legal entity record  </a:t>
                      </a: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373402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DOMICILE</a:t>
                      </a: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The country (or jurisdiction) where the manager is legally incorporated and where its principal place of business is located</a:t>
                      </a: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509882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REGISTRATION_NO</a:t>
                      </a: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The official registration or </a:t>
                      </a:r>
                      <a:r>
                        <a:rPr lang="en-US" sz="600" dirty="0" err="1"/>
                        <a:t>licence</a:t>
                      </a:r>
                      <a:r>
                        <a:rPr lang="en-US" sz="600" dirty="0"/>
                        <a:t> number assigned by the regulator or the company‑register of the manager’s domicile.</a:t>
                      </a: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390625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>
                          <a:effectLst/>
                        </a:rPr>
                        <a:t>ENTITY_TYPE</a:t>
                      </a:r>
                      <a:endParaRPr lang="en-US" sz="5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The type of legal person the record represents. It distinguishes between a fund vehicle, a manager, a custodian, a parent company, etc.</a:t>
                      </a: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50220"/>
                  </a:ext>
                </a:extLst>
              </a:tr>
            </a:tbl>
          </a:graphicData>
        </a:graphic>
      </p:graphicFrame>
      <p:sp>
        <p:nvSpPr>
          <p:cNvPr id="47" name="Oval 46">
            <a:extLst>
              <a:ext uri="{FF2B5EF4-FFF2-40B4-BE49-F238E27FC236}">
                <a16:creationId xmlns:a16="http://schemas.microsoft.com/office/drawing/2014/main" id="{48E81C40-B0ED-D9A2-C465-55A9CB00D3C0}"/>
              </a:ext>
            </a:extLst>
          </p:cNvPr>
          <p:cNvSpPr/>
          <p:nvPr/>
        </p:nvSpPr>
        <p:spPr>
          <a:xfrm>
            <a:off x="6726636" y="2582139"/>
            <a:ext cx="723900" cy="7239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Sub-Fund Entity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64B1B8F-181E-9107-C10E-1C68572C6A18}"/>
              </a:ext>
            </a:extLst>
          </p:cNvPr>
          <p:cNvCxnSpPr>
            <a:cxnSpLocks/>
            <a:stCxn id="4" idx="7"/>
            <a:endCxn id="47" idx="3"/>
          </p:cNvCxnSpPr>
          <p:nvPr/>
        </p:nvCxnSpPr>
        <p:spPr>
          <a:xfrm flipV="1">
            <a:off x="5836785" y="3200026"/>
            <a:ext cx="995864" cy="681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C797E41C-E46A-D904-33C5-23098BCE2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005884"/>
              </p:ext>
            </p:extLst>
          </p:nvPr>
        </p:nvGraphicFramePr>
        <p:xfrm>
          <a:off x="7204090" y="861212"/>
          <a:ext cx="3118850" cy="1885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8116">
                  <a:extLst>
                    <a:ext uri="{9D8B030D-6E8A-4147-A177-3AD203B41FA5}">
                      <a16:colId xmlns:a16="http://schemas.microsoft.com/office/drawing/2014/main" val="2634881520"/>
                    </a:ext>
                  </a:extLst>
                </a:gridCol>
                <a:gridCol w="2540734">
                  <a:extLst>
                    <a:ext uri="{9D8B030D-6E8A-4147-A177-3AD203B41FA5}">
                      <a16:colId xmlns:a16="http://schemas.microsoft.com/office/drawing/2014/main" val="2179207504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r>
                        <a:rPr lang="en-US" sz="600" b="1" dirty="0"/>
                        <a:t>Attributes</a:t>
                      </a:r>
                    </a:p>
                  </a:txBody>
                  <a:tcPr marL="36195" marR="36195" marT="36195" marB="361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/>
                        <a:t>Description</a:t>
                      </a:r>
                    </a:p>
                  </a:txBody>
                  <a:tcPr marL="36195" marR="36195" marT="36195" marB="361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506574"/>
                  </a:ext>
                </a:extLst>
              </a:tr>
              <a:tr h="919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LE_ID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Legal entity identifier associated with the legal entity record 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749894"/>
                  </a:ext>
                </a:extLst>
              </a:tr>
              <a:tr h="919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FUND_ID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Unique identifier for the fund entity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427137"/>
                  </a:ext>
                </a:extLst>
              </a:tr>
              <a:tr h="919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MGMT_ID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Management entity identifier the sub-fund belongs to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085034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FUND_CODE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 internal, short‑hand identifier that the bank (or the fund‑manager) uses to reference the fund in its own systems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229086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FUND_TYPE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legal/regulatory classification of the vehicle. It tells you what kind of fund it is and therefore which rule‑set applies (reporting, risk‑weighting, tax)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262627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BASE_CURRENCY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currency in which the fund’s NAV is calculated and in which the AUM is reported in the master record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51612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DOMICILE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country (or jurisdiction) where the fund is legally incorporated and subject to the local regulator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52522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FUND_NAME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full, market‑facing name of the fund as it appears on marketing material, fact‑sheets, and regulatory documents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799110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ISIN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International Securities Identification Number that uniquely identifies the specific legal share‑class (or, in some banks, the master fund)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234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STATUS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operational state of the fund. Determines whether the fund can receive new subscriptions, whether it should appear in client‑facing menus, and whether it is included in risk‑aggregations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88578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576FA05B-76F6-7203-9EA3-1A050E82B5F2}"/>
              </a:ext>
            </a:extLst>
          </p:cNvPr>
          <p:cNvSpPr/>
          <p:nvPr/>
        </p:nvSpPr>
        <p:spPr>
          <a:xfrm>
            <a:off x="5218898" y="1347435"/>
            <a:ext cx="723900" cy="7239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Legal Entity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D20B07C-C6C5-0C0D-3D9B-D66E5F892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785376"/>
              </p:ext>
            </p:extLst>
          </p:nvPr>
        </p:nvGraphicFramePr>
        <p:xfrm>
          <a:off x="3182019" y="113921"/>
          <a:ext cx="2259521" cy="13902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852">
                  <a:extLst>
                    <a:ext uri="{9D8B030D-6E8A-4147-A177-3AD203B41FA5}">
                      <a16:colId xmlns:a16="http://schemas.microsoft.com/office/drawing/2014/main" val="2634881520"/>
                    </a:ext>
                  </a:extLst>
                </a:gridCol>
                <a:gridCol w="1794669">
                  <a:extLst>
                    <a:ext uri="{9D8B030D-6E8A-4147-A177-3AD203B41FA5}">
                      <a16:colId xmlns:a16="http://schemas.microsoft.com/office/drawing/2014/main" val="1751893097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r>
                        <a:rPr lang="en-US" sz="600" b="1" dirty="0"/>
                        <a:t>Attributes</a:t>
                      </a:r>
                    </a:p>
                  </a:txBody>
                  <a:tcPr marL="36195" marR="36195" marT="36195" marB="361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/>
                        <a:t>Description</a:t>
                      </a:r>
                    </a:p>
                  </a:txBody>
                  <a:tcPr marL="36195" marR="36195" marT="36195" marB="361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506574"/>
                  </a:ext>
                </a:extLst>
              </a:tr>
              <a:tr h="34536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LEI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20‑character, globally‑unique alphanumeric code issued by an LEI‑Local Operating Unit (LOU) that unambiguously identifies a single legal entity participating in financial markets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749894"/>
                  </a:ext>
                </a:extLst>
              </a:tr>
              <a:tr h="919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LE_ID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Unique identifier for the legal entity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229086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JURISDICTION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sovereign state (or sub‑jurisdiction) where the legal entity is registered under local law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262627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ENTITY_TYPE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type of legal person the record represents. It distinguishes between a fund vehicle, a manager, a custodian, a parent company, etc.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51612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LEGAL_NAME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official name under which the entity is incorporated, exactly as it appears on the registration document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52522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C283C4-9404-EE09-1403-08B922687D83}"/>
              </a:ext>
            </a:extLst>
          </p:cNvPr>
          <p:cNvCxnSpPr>
            <a:cxnSpLocks/>
            <a:stCxn id="2" idx="6"/>
            <a:endCxn id="47" idx="1"/>
          </p:cNvCxnSpPr>
          <p:nvPr/>
        </p:nvCxnSpPr>
        <p:spPr>
          <a:xfrm>
            <a:off x="5942798" y="1709385"/>
            <a:ext cx="889851" cy="978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6B7AC32-D6D4-AE09-691F-B33194A959A3}"/>
              </a:ext>
            </a:extLst>
          </p:cNvPr>
          <p:cNvCxnSpPr>
            <a:cxnSpLocks/>
            <a:stCxn id="2" idx="4"/>
            <a:endCxn id="4" idx="0"/>
          </p:cNvCxnSpPr>
          <p:nvPr/>
        </p:nvCxnSpPr>
        <p:spPr>
          <a:xfrm>
            <a:off x="5580848" y="2071335"/>
            <a:ext cx="0" cy="1704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E614A86-1EEE-71F1-2957-C37D4249F19E}"/>
              </a:ext>
            </a:extLst>
          </p:cNvPr>
          <p:cNvSpPr/>
          <p:nvPr/>
        </p:nvSpPr>
        <p:spPr>
          <a:xfrm>
            <a:off x="7853045" y="3775474"/>
            <a:ext cx="723900" cy="7239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Share Class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B2AD388-EC03-0AB7-F92F-92969291A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10860"/>
              </p:ext>
            </p:extLst>
          </p:nvPr>
        </p:nvGraphicFramePr>
        <p:xfrm>
          <a:off x="8379832" y="4349755"/>
          <a:ext cx="3271148" cy="21740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7175">
                  <a:extLst>
                    <a:ext uri="{9D8B030D-6E8A-4147-A177-3AD203B41FA5}">
                      <a16:colId xmlns:a16="http://schemas.microsoft.com/office/drawing/2014/main" val="2634881520"/>
                    </a:ext>
                  </a:extLst>
                </a:gridCol>
                <a:gridCol w="2463973">
                  <a:extLst>
                    <a:ext uri="{9D8B030D-6E8A-4147-A177-3AD203B41FA5}">
                      <a16:colId xmlns:a16="http://schemas.microsoft.com/office/drawing/2014/main" val="3368517807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r>
                        <a:rPr lang="en-US" sz="600" b="1" dirty="0"/>
                        <a:t>Attributes</a:t>
                      </a:r>
                    </a:p>
                  </a:txBody>
                  <a:tcPr marL="36195" marR="36195" marT="36195" marB="361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/>
                        <a:t>Description</a:t>
                      </a:r>
                    </a:p>
                  </a:txBody>
                  <a:tcPr marL="36195" marR="36195" marT="36195" marB="361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506574"/>
                  </a:ext>
                </a:extLst>
              </a:tr>
              <a:tr h="919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SC_ID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Unique identifier for the share class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749894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FUND_ID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Foreign‑key linking the share‑class to its parent fund (the legal vehicle that holds the portfolio)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229086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ISIN_SC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12‑character International Securities Identification Number that uniquely identifies this specific share‑class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262627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CURRENCY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ISO‑4217 three‑letter code that denotes the trading/settlement currency of the share‑class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51612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DISTRIBUTION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income‑distribution policy for the share‑class – i.e., how the fund handles the income it receives (interest, dividends, realized gains)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52522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FEE_MGMT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annual fee that the fund’s manager charges for running the portfolio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799110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PERF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incentive fee that the manager earns when the fund’s return exceeds a pre‑agreed hurdle rate (or high‑water mark)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234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EXPENSE_RATIO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annualised</a:t>
                      </a: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total cost to the investor, expressed as a percentage of the fund’s average net assets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922170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NAV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Net Asset Value per share/unit – the price at which the fund is bought/sold at the valuation date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085480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AUM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Assets Under Management – total market value of the fund’s holdings (usually expressed in the base currency)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617067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BF31998-AA18-22CF-352F-CA5230920747}"/>
              </a:ext>
            </a:extLst>
          </p:cNvPr>
          <p:cNvCxnSpPr>
            <a:cxnSpLocks/>
            <a:stCxn id="47" idx="5"/>
            <a:endCxn id="19" idx="1"/>
          </p:cNvCxnSpPr>
          <p:nvPr/>
        </p:nvCxnSpPr>
        <p:spPr>
          <a:xfrm>
            <a:off x="7344523" y="3200026"/>
            <a:ext cx="614535" cy="681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44DD796-08FE-B524-88FE-30366196F5D9}"/>
              </a:ext>
            </a:extLst>
          </p:cNvPr>
          <p:cNvCxnSpPr>
            <a:cxnSpLocks/>
            <a:stCxn id="4" idx="6"/>
            <a:endCxn id="19" idx="2"/>
          </p:cNvCxnSpPr>
          <p:nvPr/>
        </p:nvCxnSpPr>
        <p:spPr>
          <a:xfrm>
            <a:off x="5942798" y="4137424"/>
            <a:ext cx="19102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BE7D2323-CD0B-6177-27A1-DD56CA4B9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077193"/>
              </p:ext>
            </p:extLst>
          </p:nvPr>
        </p:nvGraphicFramePr>
        <p:xfrm>
          <a:off x="1818670" y="4349755"/>
          <a:ext cx="3605998" cy="1885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3257">
                  <a:extLst>
                    <a:ext uri="{9D8B030D-6E8A-4147-A177-3AD203B41FA5}">
                      <a16:colId xmlns:a16="http://schemas.microsoft.com/office/drawing/2014/main" val="2634881520"/>
                    </a:ext>
                  </a:extLst>
                </a:gridCol>
                <a:gridCol w="2732741">
                  <a:extLst>
                    <a:ext uri="{9D8B030D-6E8A-4147-A177-3AD203B41FA5}">
                      <a16:colId xmlns:a16="http://schemas.microsoft.com/office/drawing/2014/main" val="2179207504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r>
                        <a:rPr lang="en-US" sz="600" b="1" dirty="0"/>
                        <a:t>Attributes</a:t>
                      </a:r>
                    </a:p>
                  </a:txBody>
                  <a:tcPr marL="36195" marR="36195" marT="36195" marB="361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/>
                        <a:t>Description</a:t>
                      </a:r>
                    </a:p>
                  </a:txBody>
                  <a:tcPr marL="36195" marR="36195" marT="36195" marB="361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506574"/>
                  </a:ext>
                </a:extLst>
              </a:tr>
              <a:tr h="919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LE_ID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Legal entity identifier associated with the legal entity record 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749894"/>
                  </a:ext>
                </a:extLst>
              </a:tr>
              <a:tr h="919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FUND_ID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Unique identifier for the fund entity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427137"/>
                  </a:ext>
                </a:extLst>
              </a:tr>
              <a:tr h="919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MGMT_ID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Management entity identifier the sub-fund belongs to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37047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FUND_CODE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 internal, short‑hand identifier that the bank (or the fund‑manager) uses to reference the fund in its own systems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229086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FUND_TYPE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legal/regulatory classification of the vehicle. It tells you what kind of fund it is and therefore which rule‑set applies (reporting, risk‑weighting, tax)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262627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BASE_CURRENCY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currency in which the fund’s NAV is calculated and in which the AUM is reported in the master record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51612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DOMICILE 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country (or jurisdiction) where the fund is legally incorporated and subject to the local regulator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52522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FUND_NAME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full, market‑facing name of the fund as it appears on marketing material, fact‑sheets, and regulatory documents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799110"/>
                  </a:ext>
                </a:extLst>
              </a:tr>
              <a:tr h="1764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ISIN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International Securities Identification Number that uniquely identifies the specific legal share‑class (or, in some banks, the master fund)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234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dirty="0">
                          <a:effectLst/>
                        </a:rPr>
                        <a:t>STATUS </a:t>
                      </a:r>
                      <a:endParaRPr lang="en-US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operational state of the fund. Determines whether the fund can receive new subscriptions, whether it should appear in client‑facing menus, and whether it is included in risk‑aggregations</a:t>
                      </a:r>
                    </a:p>
                  </a:txBody>
                  <a:tcPr marL="7541" marR="7541" marT="754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88578"/>
                  </a:ext>
                </a:extLst>
              </a:tr>
            </a:tbl>
          </a:graphicData>
        </a:graphic>
      </p:graphicFrame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8A4968E-7BFC-708E-4B90-1C8EAFA9F95B}"/>
              </a:ext>
            </a:extLst>
          </p:cNvPr>
          <p:cNvCxnSpPr>
            <a:cxnSpLocks/>
            <a:stCxn id="5" idx="5"/>
            <a:endCxn id="4" idx="1"/>
          </p:cNvCxnSpPr>
          <p:nvPr/>
        </p:nvCxnSpPr>
        <p:spPr>
          <a:xfrm>
            <a:off x="3564588" y="2746372"/>
            <a:ext cx="1760323" cy="1135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9909144-10C5-64EA-2774-36BFA1D12D15}"/>
              </a:ext>
            </a:extLst>
          </p:cNvPr>
          <p:cNvCxnSpPr>
            <a:cxnSpLocks/>
            <a:stCxn id="5" idx="6"/>
            <a:endCxn id="47" idx="2"/>
          </p:cNvCxnSpPr>
          <p:nvPr/>
        </p:nvCxnSpPr>
        <p:spPr>
          <a:xfrm>
            <a:off x="3670601" y="2490435"/>
            <a:ext cx="3056035" cy="45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35DD69AE-BA75-0D92-CDA0-2DAC10B31A50}"/>
              </a:ext>
            </a:extLst>
          </p:cNvPr>
          <p:cNvSpPr txBox="1"/>
          <p:nvPr/>
        </p:nvSpPr>
        <p:spPr>
          <a:xfrm rot="509649">
            <a:off x="3930898" y="2420456"/>
            <a:ext cx="1361952" cy="399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00" dirty="0"/>
              <a:t>A management entity can have multiple sub-funds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9C322B4-B649-7E9D-57B6-A466AA414CD7}"/>
              </a:ext>
            </a:extLst>
          </p:cNvPr>
          <p:cNvSpPr txBox="1"/>
          <p:nvPr/>
        </p:nvSpPr>
        <p:spPr>
          <a:xfrm rot="1965025">
            <a:off x="3719389" y="3060316"/>
            <a:ext cx="1361952" cy="399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00" dirty="0"/>
              <a:t>A management entity can have multiple master funds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429EE01-F285-4BEA-37AE-A359393A71D9}"/>
              </a:ext>
            </a:extLst>
          </p:cNvPr>
          <p:cNvSpPr txBox="1"/>
          <p:nvPr/>
        </p:nvSpPr>
        <p:spPr>
          <a:xfrm rot="19584182">
            <a:off x="5623770" y="3352002"/>
            <a:ext cx="1361952" cy="399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00" dirty="0"/>
              <a:t>A master fund can have multiple sub-funds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3DB66CB-3062-3963-66E1-34A16CF78E06}"/>
              </a:ext>
            </a:extLst>
          </p:cNvPr>
          <p:cNvSpPr txBox="1"/>
          <p:nvPr/>
        </p:nvSpPr>
        <p:spPr>
          <a:xfrm>
            <a:off x="6216945" y="3916420"/>
            <a:ext cx="1361952" cy="399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00" dirty="0"/>
              <a:t>A fund can have multiple share class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1B0F5FA-1DCF-D649-8983-DCD9E0F01711}"/>
              </a:ext>
            </a:extLst>
          </p:cNvPr>
          <p:cNvSpPr txBox="1"/>
          <p:nvPr/>
        </p:nvSpPr>
        <p:spPr>
          <a:xfrm rot="2829032">
            <a:off x="7159816" y="3287054"/>
            <a:ext cx="978511" cy="399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00"/>
              <a:t>A sub-fund </a:t>
            </a:r>
            <a:r>
              <a:rPr lang="en-US" sz="700" dirty="0"/>
              <a:t>can have multiple share class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76FA453-5D87-B7B3-D7A8-0AACCD6686B8}"/>
              </a:ext>
            </a:extLst>
          </p:cNvPr>
          <p:cNvSpPr txBox="1"/>
          <p:nvPr/>
        </p:nvSpPr>
        <p:spPr>
          <a:xfrm rot="20538323">
            <a:off x="3699290" y="1744592"/>
            <a:ext cx="1361952" cy="399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00" dirty="0"/>
              <a:t>A management entity has an associated legal entity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E9D5B84-3C5A-B334-01A3-E803A85C7FDB}"/>
              </a:ext>
            </a:extLst>
          </p:cNvPr>
          <p:cNvSpPr txBox="1"/>
          <p:nvPr/>
        </p:nvSpPr>
        <p:spPr>
          <a:xfrm rot="2951749">
            <a:off x="5778891" y="1942651"/>
            <a:ext cx="1188673" cy="399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00" dirty="0"/>
              <a:t>A sub-fund has an associated legal entity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84924B3-63E8-869B-9852-569C47696464}"/>
              </a:ext>
            </a:extLst>
          </p:cNvPr>
          <p:cNvSpPr txBox="1"/>
          <p:nvPr/>
        </p:nvSpPr>
        <p:spPr>
          <a:xfrm>
            <a:off x="5030371" y="3015548"/>
            <a:ext cx="1104930" cy="399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00" dirty="0"/>
              <a:t>A fund   has an associated   legal entity</a:t>
            </a:r>
          </a:p>
        </p:txBody>
      </p:sp>
    </p:spTree>
    <p:extLst>
      <p:ext uri="{BB962C8B-B14F-4D97-AF65-F5344CB8AC3E}">
        <p14:creationId xmlns:p14="http://schemas.microsoft.com/office/powerpoint/2010/main" val="123008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953</Words>
  <Application>Microsoft Office PowerPoint</Application>
  <PresentationFormat>Widescreen</PresentationFormat>
  <Paragraphs>103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Avdhut VAIDYA</dc:creator>
  <cp:lastModifiedBy>Avdhut VAIDYA</cp:lastModifiedBy>
  <cp:revision>1</cp:revision>
  <dcterms:created xsi:type="dcterms:W3CDTF">2025-10-01T03:56:04Z</dcterms:created>
  <dcterms:modified xsi:type="dcterms:W3CDTF">2025-10-06T11:14:11Z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ffbc0b8-e97b-47d1-beac-cb0955d66f3b_Enabled">
    <vt:lpwstr>true</vt:lpwstr>
  </property>
  <property fmtid="{D5CDD505-2E9C-101B-9397-08002B2CF9AE}" pid="3" name="MSIP_Label_8ffbc0b8-e97b-47d1-beac-cb0955d66f3b_SetDate">
    <vt:lpwstr>2025-10-01T04:30:21Z</vt:lpwstr>
  </property>
  <property fmtid="{D5CDD505-2E9C-101B-9397-08002B2CF9AE}" pid="4" name="MSIP_Label_8ffbc0b8-e97b-47d1-beac-cb0955d66f3b_Method">
    <vt:lpwstr>Privileged</vt:lpwstr>
  </property>
  <property fmtid="{D5CDD505-2E9C-101B-9397-08002B2CF9AE}" pid="5" name="MSIP_Label_8ffbc0b8-e97b-47d1-beac-cb0955d66f3b_Name">
    <vt:lpwstr>8ffbc0b8-e97b-47d1-beac-cb0955d66f3b</vt:lpwstr>
  </property>
  <property fmtid="{D5CDD505-2E9C-101B-9397-08002B2CF9AE}" pid="6" name="MSIP_Label_8ffbc0b8-e97b-47d1-beac-cb0955d66f3b_SiteId">
    <vt:lpwstr>614f9c25-bffa-42c7-86d8-964101f55fa2</vt:lpwstr>
  </property>
  <property fmtid="{D5CDD505-2E9C-101B-9397-08002B2CF9AE}" pid="7" name="MSIP_Label_8ffbc0b8-e97b-47d1-beac-cb0955d66f3b_ActionId">
    <vt:lpwstr>3698f99b-57b5-4c16-a6c2-5b1db653f448</vt:lpwstr>
  </property>
  <property fmtid="{D5CDD505-2E9C-101B-9397-08002B2CF9AE}" pid="8" name="MSIP_Label_8ffbc0b8-e97b-47d1-beac-cb0955d66f3b_ContentBits">
    <vt:lpwstr>2</vt:lpwstr>
  </property>
  <property fmtid="{D5CDD505-2E9C-101B-9397-08002B2CF9AE}" pid="9" name="MSIP_Label_8ffbc0b8-e97b-47d1-beac-cb0955d66f3b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Classification : Internal</vt:lpwstr>
  </property>
</Properties>
</file>